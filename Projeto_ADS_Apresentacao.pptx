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· UNIGOIÁS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Já Pizzaria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Abertura do Projeto: site de pedidos online para pizzaria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 por Guilherme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051560"/>
            <a:ext cx="379476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ocx_x/word/media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1143000"/>
            <a:ext cx="36118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Entrega Já Pizzaria é um site de pedidos online que conecta clientes, cozinha e entregadores.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PLATAFORMA, É POSSÍVEL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cardápio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Pizzas, bebidas e sobremesas organizadas por categoria.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2999232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pedidos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itens ao carrinho e aplicar cupons.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2999232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9744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seguro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ou PIX, de forma simples e protegida.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1696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2999232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94576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entrega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status do preparo até a chegada.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demanda por pedidos online em restaurantes e pizzarias só cresce, e depender de plataformas de terceiros limita o negócio.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dependência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a dependência de plataformas terceirizadas.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60604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experiência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simples e rápido, pensado para pizzaria.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60604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e organização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a marca e organiza pedidos e entregas.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o site Entrega Já Pizzaria para gerenciamento de pedidos, pagamentos e entregas.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seguro de clientes e funcionários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 de pizzas e combos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pedido com escolha de endereço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preparo e da entrega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responsiva (celular e desktop)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clientes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funcionários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 recuperação de senha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pizzas, tamanhos e adicionais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24231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itens ao carrinho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24231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cupons e promoções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 pedido com endereço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3474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status do pedido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26480" y="3474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formas de pagamento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não funcionais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25880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25880"/>
            <a:ext cx="4937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 adequado nas principais operações.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93392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993392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93392"/>
            <a:ext cx="4937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simples, intuitiva e de fácil navegação.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609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66090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660904"/>
            <a:ext cx="4937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no ar durante a maior parte do tempo.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28416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32841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328416"/>
            <a:ext cx="4937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em dispositivos móveis e desktops.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95928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95928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99592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995928"/>
            <a:ext cx="4937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que facilita a manutenção futura.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no escopo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responsivo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autenticação de usuários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pizzas, bebidas, sobremesas e adicionais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e finalização do pedido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do status do pedido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sistemas legados não previstos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Aplicativo mobile nativo nesta fase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avançadas fora do MVP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externas não especificadas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uso: Finalizar pedido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Atores: Cliente (principal) e Sistema de Pagamento (secundário)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5" name="Image 0" descr="/home/claude/docx_x/word/media/image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38328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891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BÁSICO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0" y="1682496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645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quer finalizar e informa pagamento e entrega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295144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2585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cartão de crédito ou débito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89120" y="2907792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8912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8712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valida as informações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89120" y="3520440"/>
            <a:ext cx="411480" cy="41148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4838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gera o número do pedido e registra no banco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89120" y="4133088"/>
            <a:ext cx="411480" cy="41148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983480" y="4096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finalizada com sucesso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alternativos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 do caso de uso Finalizar pedido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por PIX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gera o código PIX (QR Code) e aguarda a confirmação do pagamento. Depois, retorna ao registro do pedido.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Cupom de desconto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informa o código, o sistema valida o cupom e aplica o desconto ao valor total do pedido.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00200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inválidas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697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identifica dados inválidos ou pagamento não autorizado, informa o erro e pede a correção.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riscos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37160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Atrasos no desenvolvimento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Metodologia ágil com entregas curtas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Problemas de integração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Testes contínuos de integração e homologação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Falhas de segurança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de senha, validações e auditoria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Sincronização de cardápio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Atualização centralizada de produtos e estoques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no navegador, back-end em JavaScript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conteúdo e das páginas.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responsividade e layout.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Carrinho, cardápio dinâmico e navegação.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no servidor e lógica de negócio.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e API que ligam o site ao banco.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relacional: usuários, produtos, pedidos, pagamentos e entregas.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Entidade-Relacionamento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pedidos, itens, pagamentos, entregas e produtos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5" name="Image 0" descr="/home/claude/docx_x/word/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80467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id_usuario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único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completo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VARCHAR(150)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E-mail único para login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senha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VARCHAR(255)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da senha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telefone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tipo_usuario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 / funcionario / admin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ENDERECO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id_endereco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único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id_usuario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usuário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VARCHAR(150)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da rua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bairro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VARCHAR(80)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Bairro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VARCHAR(80)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ESTABELECIMENTO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id_estabelecimento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único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nome_fantasia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VARCHAR(150)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da pizzaria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cnpj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CNPJ, se aplicável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endereco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VARCHAR(255)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Endereço físico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Contato principal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5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id_produto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do produto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VARCHAR(150)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da pizza ou item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descricao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detalhada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DECIMAL(10,2)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 unitário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do 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id_usuario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 do 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id_estabelecimento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Pizzaria responsável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id_endereco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Endereço de entrega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 hora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valor_total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DECIMAL(10,2)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VARCHAR(30)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Recebido / Em preparo / No forno / Em entrega / Entregue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ITEM_PEDIDO</a:t>
            </a:r>
            <a:endParaRPr lang="en-US" sz="15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id_item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do item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id_produto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produto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DECIMAL(10,2)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id_pagamento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do pagamento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forma_pagamento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VARCHAR(30)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 / Débito / PIX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status_pagamento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VARCHAR(30)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/ Pendente / Recusado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data_pagamento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da transação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5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id_entrega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da entrega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pedido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id_entregador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para usuário entregador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status_entrega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VARCHAR(30)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Atribuído / Em rota / Entregue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localizacao_atual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Latitude, longitude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tempo_estimado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 estimado em minutos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80467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inicial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 a pizzaria, o tempo médio de entrega e os destaques do cardápio.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login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do cliente com e-mail e senha, com opção de recuperar a senha.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criação de conta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com nome, e-mail, telefone e senha.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cardápio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Pizzas organizadas por categoria, com preço e botão para adicionar ao carrinho.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do carrinho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escolhidos, taxa de entrega e valor total do pedido.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finalização do pedido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 de entrega, forma de pagamento e PIX com QR Code.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do pedido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preparo e da entrega, com tempo estimado.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compras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4" name="Image 0" descr="/home/claude/docx_x/word/media/image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8640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C8321E"/>
          </a:solidFill>
          <a:ln w="12700">
            <a:solidFill>
              <a:srgbClr val="C832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compras do cliente.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web moderna, responsiva e funcional, do cardápio ao acompanhamento da entrega.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em HTML, CSS e JavaScript; back-end em Node.js, Express e MySQL.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intuitiva, cardápio dinâmico e carrinho de compras.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atende aos objetivos propostos.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0" y="82296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docx_x/word/media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71600"/>
            <a:ext cx="32918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 Já Pizzaria</dc:title>
  <dc:subject>PptxGenJS Presentation</dc:subject>
  <dc:creator>Guilherme</dc:creator>
  <cp:lastModifiedBy>Guilherme</cp:lastModifiedBy>
  <cp:revision>1</cp:revision>
  <dcterms:created xsi:type="dcterms:W3CDTF">2026-10-02T20:53:06Z</dcterms:created>
  <dcterms:modified xsi:type="dcterms:W3CDTF">2026-10-02T20:53:06Z</dcterms:modified>
</cp:coreProperties>
</file>